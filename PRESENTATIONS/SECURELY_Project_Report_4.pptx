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1" r:id="rId6"/>
    <p:sldId id="260" r:id="rId7"/>
    <p:sldId id="262" r:id="rId8"/>
    <p:sldId id="26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28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0874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099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4923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55318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477470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6624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3026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171886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972224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2379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228697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96407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51193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1441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78450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2298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06038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n-US"/>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11/13/2025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61461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dirty="0"/>
              <a:t>SECURELY</a:t>
            </a:r>
          </a:p>
        </p:txBody>
      </p:sp>
      <p:sp>
        <p:nvSpPr>
          <p:cNvPr id="3" name="Content Placeholder 2"/>
          <p:cNvSpPr>
            <a:spLocks noGrp="1"/>
          </p:cNvSpPr>
          <p:nvPr>
            <p:ph idx="1"/>
          </p:nvPr>
        </p:nvSpPr>
        <p:spPr>
          <a:xfrm>
            <a:off x="1399370" y="2489200"/>
            <a:ext cx="6345260" cy="3530600"/>
          </a:xfrm>
        </p:spPr>
        <p:txBody>
          <a:bodyPr>
            <a:normAutofit/>
          </a:bodyPr>
          <a:lstStyle/>
          <a:p>
            <a:pPr marL="0" indent="0" algn="ctr">
              <a:buNone/>
            </a:pPr>
            <a:r>
              <a:rPr dirty="0"/>
              <a:t>COMP 490 – Project Report </a:t>
            </a:r>
            <a:r>
              <a:rPr lang="en-US" dirty="0"/>
              <a:t>4</a:t>
            </a:r>
            <a:endParaRPr dirty="0"/>
          </a:p>
          <a:p>
            <a:pPr marL="0" indent="0">
              <a:buNone/>
            </a:pPr>
            <a:endParaRPr lang="en-US" dirty="0"/>
          </a:p>
          <a:p>
            <a:pPr marL="0" indent="0" algn="ctr">
              <a:buNone/>
            </a:pPr>
            <a:r>
              <a:rPr lang="sv-SE" dirty="0"/>
              <a:t>Ansh K. Lal | Meera J. Kasundra</a:t>
            </a:r>
          </a:p>
          <a:p>
            <a:pPr marL="0" indent="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a:xfrm>
            <a:off x="1399370" y="2489200"/>
            <a:ext cx="6345260" cy="3530600"/>
          </a:xfrm>
        </p:spPr>
        <p:txBody>
          <a:bodyPr/>
          <a:lstStyle/>
          <a:p>
            <a:r>
              <a:rPr dirty="0"/>
              <a:t>Flutter-based secure chat app.</a:t>
            </a:r>
          </a:p>
          <a:p>
            <a:r>
              <a:rPr dirty="0"/>
              <a:t> Implements enterprise-grade protection using Firebase and Flutter.</a:t>
            </a:r>
          </a:p>
          <a:p>
            <a:r>
              <a:rPr dirty="0"/>
              <a:t> Focus: Encryption, authentication, usability.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Core Security Features (All Working)</a:t>
            </a:r>
          </a:p>
        </p:txBody>
      </p:sp>
      <p:sp>
        <p:nvSpPr>
          <p:cNvPr id="3" name="Content Placeholder 2"/>
          <p:cNvSpPr>
            <a:spLocks noGrp="1"/>
          </p:cNvSpPr>
          <p:nvPr>
            <p:ph idx="1"/>
          </p:nvPr>
        </p:nvSpPr>
        <p:spPr/>
        <p:txBody>
          <a:bodyPr/>
          <a:lstStyle/>
          <a:p>
            <a:r>
              <a:rPr dirty="0"/>
              <a:t>AES-256 End-to-End Encryption</a:t>
            </a:r>
          </a:p>
          <a:p>
            <a:r>
              <a:rPr dirty="0"/>
              <a:t> Multi-Factor Authentication (Email</a:t>
            </a:r>
            <a:r>
              <a:rPr lang="en-US" dirty="0"/>
              <a:t>, TOTP</a:t>
            </a:r>
            <a:r>
              <a:rPr dirty="0"/>
              <a:t>)</a:t>
            </a:r>
          </a:p>
          <a:p>
            <a:r>
              <a:rPr dirty="0"/>
              <a:t> Role-Based Access Control (Manager/Employee)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did in last two weeks</a:t>
            </a:r>
            <a:endParaRPr dirty="0"/>
          </a:p>
        </p:txBody>
      </p:sp>
      <p:sp>
        <p:nvSpPr>
          <p:cNvPr id="3" name="Content Placeholder 2"/>
          <p:cNvSpPr>
            <a:spLocks noGrp="1"/>
          </p:cNvSpPr>
          <p:nvPr>
            <p:ph idx="1"/>
          </p:nvPr>
        </p:nvSpPr>
        <p:spPr/>
        <p:txBody>
          <a:bodyPr/>
          <a:lstStyle/>
          <a:p>
            <a:r>
              <a:rPr lang="en-US" dirty="0"/>
              <a:t>In the past two weeks we focused on smoothening the UI/UX and how the app looked overall. The other thing we focused on was if there were any open keys being displayed out that can be used to breach the data and focused on the security of the app. </a:t>
            </a:r>
          </a:p>
          <a:p>
            <a:r>
              <a:rPr lang="en-US" dirty="0"/>
              <a:t>We Also focused on how we are going to expand the app for future and what would we need to achieve it.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worked and what did not</a:t>
            </a:r>
            <a:endParaRPr dirty="0"/>
          </a:p>
        </p:txBody>
      </p:sp>
      <p:sp>
        <p:nvSpPr>
          <p:cNvPr id="3" name="Content Placeholder 2"/>
          <p:cNvSpPr>
            <a:spLocks noGrp="1"/>
          </p:cNvSpPr>
          <p:nvPr>
            <p:ph idx="1"/>
          </p:nvPr>
        </p:nvSpPr>
        <p:spPr/>
        <p:txBody>
          <a:bodyPr/>
          <a:lstStyle/>
          <a:p>
            <a:r>
              <a:rPr lang="en-US" dirty="0"/>
              <a:t>While changing the UI/UX we came across some redundant/repetitive code which was not needed. While removing the code carefully. We started experiencing some missing symbols and gaps in the UI, so ended up investing more time in fixing the issues that we came across after deleting the unwanted code. </a:t>
            </a:r>
          </a:p>
          <a:p>
            <a:r>
              <a:rPr lang="en-US" dirty="0"/>
              <a:t>Every other feature worked perfectly and smoothly. Features like email one-time passwords and creating group chat and caching the decryption keys were working as intended.</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will do now</a:t>
            </a:r>
            <a:endParaRPr dirty="0"/>
          </a:p>
        </p:txBody>
      </p:sp>
      <p:sp>
        <p:nvSpPr>
          <p:cNvPr id="3" name="Content Placeholder 2"/>
          <p:cNvSpPr>
            <a:spLocks noGrp="1"/>
          </p:cNvSpPr>
          <p:nvPr>
            <p:ph idx="1"/>
          </p:nvPr>
        </p:nvSpPr>
        <p:spPr/>
        <p:txBody>
          <a:bodyPr/>
          <a:lstStyle/>
          <a:p>
            <a:r>
              <a:rPr lang="en-US" dirty="0"/>
              <a:t>We want to focus more on how the firebase data storage can be optimized for storing files and logs of the group chat. </a:t>
            </a:r>
          </a:p>
          <a:p>
            <a:r>
              <a:rPr lang="en-US" dirty="0"/>
              <a:t>We also want to focus on the data storage from an expansion point of view which would help us in the future by not restricting the entire database from ground up.</a:t>
            </a:r>
          </a:p>
          <a:p>
            <a:r>
              <a:rPr lang="en-US" dirty="0"/>
              <a:t>We also planned the expansion of the app for the future. The expansion includes audio/video calling and file sharing with some other features.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dirty="0"/>
          </a:p>
        </p:txBody>
      </p:sp>
      <p:sp>
        <p:nvSpPr>
          <p:cNvPr id="3" name="Content Placeholder 2"/>
          <p:cNvSpPr>
            <a:spLocks noGrp="1"/>
          </p:cNvSpPr>
          <p:nvPr>
            <p:ph idx="1"/>
          </p:nvPr>
        </p:nvSpPr>
        <p:spPr/>
        <p:txBody>
          <a:bodyPr/>
          <a:lstStyle/>
          <a:p>
            <a:r>
              <a:rPr lang="en-US" dirty="0"/>
              <a:t>Any Questions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 / Questions</a:t>
            </a:r>
          </a:p>
        </p:txBody>
      </p:sp>
      <p:sp>
        <p:nvSpPr>
          <p:cNvPr id="3" name="Content Placeholder 2"/>
          <p:cNvSpPr>
            <a:spLocks noGrp="1"/>
          </p:cNvSpPr>
          <p:nvPr>
            <p:ph idx="1"/>
          </p:nvPr>
        </p:nvSpPr>
        <p:spPr/>
        <p:txBody>
          <a:bodyPr/>
          <a:lstStyle/>
          <a:p>
            <a:r>
              <a:t>Thank you for listening!</a:t>
            </a:r>
          </a:p>
          <a:p>
            <a:r>
              <a:t>We’d be happy to answer any questions.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33</TotalTime>
  <Words>352</Words>
  <Application>Microsoft Office PowerPoint</Application>
  <PresentationFormat>On-screen Show (4:3)</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 Boardroom</vt:lpstr>
      <vt:lpstr>SECURELY</vt:lpstr>
      <vt:lpstr>Project Overview</vt:lpstr>
      <vt:lpstr>Core Security Features (All Working)</vt:lpstr>
      <vt:lpstr>What we did in last two weeks</vt:lpstr>
      <vt:lpstr>What worked and what did not</vt:lpstr>
      <vt:lpstr>What we will do now</vt:lpstr>
      <vt:lpstr>Thank you!</vt:lpstr>
      <vt:lpstr>Thank You /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ansh lal</cp:lastModifiedBy>
  <cp:revision>4</cp:revision>
  <dcterms:created xsi:type="dcterms:W3CDTF">2013-01-27T09:14:16Z</dcterms:created>
  <dcterms:modified xsi:type="dcterms:W3CDTF">2025-11-13T23:57:28Z</dcterms:modified>
  <cp:category/>
</cp:coreProperties>
</file>